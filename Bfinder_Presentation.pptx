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A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1430000" cy="356616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43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148072"/>
            <a:ext cx="1143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51760" y="1828800"/>
            <a:ext cx="8961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4A9EFF"/>
                </a:solidFill>
              </a:rPr>
              <a:t>BFINDER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004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Web Security Vulnerability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9319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Presenter: Walter Wsmg  · 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4348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B8FF"/>
                </a:solidFill>
              </a:rPr>
              <a:t>Supervisor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1097280"/>
          </a:xfrm>
          <a:prstGeom prst="rect">
            <a:avLst/>
          </a:prstGeom>
          <a:solidFill>
            <a:srgbClr val="141C36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" cy="10972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01 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5303520" cy="1097280"/>
          </a:xfrm>
          <a:prstGeom prst="rect">
            <a:avLst/>
          </a:prstGeom>
          <a:solidFill>
            <a:srgbClr val="141C36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37160" cy="10972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02  What is Bfinder?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5303520" cy="1097280"/>
          </a:xfrm>
          <a:prstGeom prst="rect">
            <a:avLst/>
          </a:prstGeom>
          <a:solidFill>
            <a:srgbClr val="141C36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86200"/>
            <a:ext cx="137160" cy="10972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03  Key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79"/>
            <a:ext cx="5303520" cy="1097280"/>
          </a:xfrm>
          <a:prstGeom prst="rect">
            <a:avLst/>
          </a:prstGeom>
          <a:solidFill>
            <a:srgbClr val="141C36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212079"/>
            <a:ext cx="137160" cy="10972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3211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04  System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234440"/>
            <a:ext cx="5303520" cy="1097280"/>
          </a:xfrm>
          <a:prstGeom prst="rect">
            <a:avLst/>
          </a:prstGeom>
          <a:solidFill>
            <a:srgbClr val="141C36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234440"/>
            <a:ext cx="137160" cy="10972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554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05  Live Demo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60320"/>
            <a:ext cx="5303520" cy="1097280"/>
          </a:xfrm>
          <a:prstGeom prst="rect">
            <a:avLst/>
          </a:prstGeom>
          <a:solidFill>
            <a:srgbClr val="141C36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137160" cy="10972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880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06  Technical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86200"/>
            <a:ext cx="5303520" cy="1097280"/>
          </a:xfrm>
          <a:prstGeom prst="rect">
            <a:avLst/>
          </a:prstGeom>
          <a:solidFill>
            <a:srgbClr val="141C36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886200"/>
            <a:ext cx="137160" cy="10972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206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07  Future Roadmap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212079"/>
            <a:ext cx="5303520" cy="1097280"/>
          </a:xfrm>
          <a:prstGeom prst="rect">
            <a:avLst/>
          </a:prstGeom>
          <a:solidFill>
            <a:srgbClr val="141C36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5212079"/>
            <a:ext cx="137160" cy="10972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53211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08  Q &amp;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50876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64592" cy="15087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Security vulnerabilities slip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Developers focus on features; security checks are often skipped or done too 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11247120" cy="150876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164592" cy="15087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Manual code review is slow &amp; inconsistent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39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Human reviewers miss subtle issues such as XSS, SQL injection, and exposed secrets.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17720"/>
            <a:ext cx="11247120" cy="150876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617720"/>
            <a:ext cx="164592" cy="15087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09159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No lightweight desktop tool for offline scanning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Existing tools are cloud-dependent, expensive, or require DevOps-level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What is Bfinder?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394960" cy="525780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Bfinder is a desktop application that automatically scans web project directories for common security vulnerabilities — giving developers instant, actionable results before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Target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73075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Web Developers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61688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43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QA Engineers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974336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9560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Security Auditors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586983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6869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CS Students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143000"/>
            <a:ext cx="5394960" cy="525780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Goals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874519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8470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Detect vulnerabilities early in development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788920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7614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Work fully offline — no internet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03320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675887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Simple UI that any developer can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617720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5902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Generate printable encrypted PDF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532120"/>
            <a:ext cx="256032" cy="25603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55046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Track scan history across 50 scans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474720" cy="237744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47472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Vulnerability 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92807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Scans .html .js .ts .php .css .json .env .xml .sql for security bugs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43000"/>
            <a:ext cx="3474720" cy="237744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43000"/>
            <a:ext cx="347472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075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Login &amp;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92807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Secure login with OS keyring-stored password and logout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143000"/>
            <a:ext cx="3474720" cy="237744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143000"/>
            <a:ext cx="347472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3075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Bug Explanations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892807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Each detected issue comes with a description and fix suggestion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237744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13631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PDF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9884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Generates encrypted PDF reports with full scan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474720" cy="237744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47472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913631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Scan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49884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Stores last 50 scans in scan_history.json for later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749039"/>
            <a:ext cx="3474720" cy="237744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749039"/>
            <a:ext cx="347472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913631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Security Tips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9884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Rotating security tips displayed on the home page at 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14300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743200" cy="1143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UI Layer  (PyQt5)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3619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LoginDialog  ·  BfinderWindow  ·  QStackedWidget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47120" cy="114300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2743200" cy="114300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Logic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6207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bug_exp.py — scan engine  ·  sec_tip.py — tips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114300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2743200" cy="1143000"/>
          </a:xfrm>
          <a:prstGeom prst="rect">
            <a:avLst/>
          </a:prstGeom>
          <a:solidFill>
            <a:srgbClr val="5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8795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18795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scan_history.json  ·  contact_info.json  ·  PDF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66359"/>
            <a:ext cx="11247120" cy="114300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66359"/>
            <a:ext cx="2743200" cy="1143000"/>
          </a:xfrm>
          <a:prstGeom prst="rect">
            <a:avLst/>
          </a:prstGeom>
          <a:solidFill>
            <a:srgbClr val="30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513831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OS / Security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513831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keyring (password storage)  ·  xhtml2pdf + PyPDF2 (encryption)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Supported File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11887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0759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XSS, inline scripts, unsafe forms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78608"/>
            <a:ext cx="5303520" cy="11887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.js / 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97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eval(), dangerous sinks, exposed keys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68496"/>
            <a:ext cx="5303520" cy="11887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0873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SQL injection, exec(), file inclusion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58384"/>
            <a:ext cx="5303520" cy="11887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681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47725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Exposed secrets, API keys, passwords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303520" cy="11887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298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30759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Unsafe queries, DROP/TRUNCATE risks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78608"/>
            <a:ext cx="5303520" cy="11887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6883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97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Hardcoded credentials, insecure configs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68496"/>
            <a:ext cx="5303520" cy="11887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0873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CSS injection, expression() exploits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358384"/>
            <a:ext cx="5303520" cy="11887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4681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.xml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47725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XXE injection, external entity refs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Technical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749808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377440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Python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35331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Core language — cross-platform, rich ecosystem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47120" cy="749808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377440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677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PyQt5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26771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Desktop UI framework — windows, widgets, event 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11247120" cy="749808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2377440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keyring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18211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OS-native secure credential 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47120" cy="749808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2377440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9651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xhtml2pdf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096511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HTML-to-PDF conversion for report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1247120" cy="749808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2377440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109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PyPDF2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1091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PDF encryption and manipulation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47120" cy="749808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2377440" cy="7498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9253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020"/>
                </a:solidFill>
              </a:rP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92531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Lightweight local storage for history and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Demo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303520" cy="16459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05840" cy="1645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02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25272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Launch Bfinder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Enter password to unlock the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5303520" cy="16459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005840" cy="1645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02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2724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Browse Project Folder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033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Select a web project directory to scan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5303520" cy="16459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1005840" cy="1645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067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020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0176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Run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Click Scan — Bfinder analyses all supported 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143000"/>
            <a:ext cx="5303520" cy="16459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143000"/>
            <a:ext cx="1005840" cy="1645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020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25272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Review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82880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View detected bugs with explanations on Home page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17520"/>
            <a:ext cx="5303520" cy="16459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1005840" cy="1645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020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12724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Generate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7033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Click Print Report to produce an encrypted PDF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892040"/>
            <a:ext cx="5303520" cy="1645920"/>
          </a:xfrm>
          <a:prstGeom prst="rect">
            <a:avLst/>
          </a:prstGeom>
          <a:solidFill>
            <a:srgbClr val="1A2444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892040"/>
            <a:ext cx="1005840" cy="1645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44067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020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00176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Check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57784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Navigate to History to review previous scans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9EFF"/>
                </a:solidFill>
              </a:rPr>
              <a:t>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749039" cy="530352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749039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1020"/>
                </a:solidFill>
              </a:rPr>
              <a:t>Phase 1
Short 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274320" cy="2743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2316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More scan rules &amp; 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274320" cy="2743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Support additional file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274320" cy="2743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Better bug explanation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188720"/>
            <a:ext cx="3749039" cy="530352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188720"/>
            <a:ext cx="3749039" cy="105156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234440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1020"/>
                </a:solidFill>
              </a:rPr>
              <a:t>Phase 2
Mid Term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468880"/>
            <a:ext cx="274320" cy="274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42316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CI/CD pipeline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703320"/>
            <a:ext cx="274320" cy="274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6576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Command-line interface (CLI)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937760"/>
            <a:ext cx="274320" cy="274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8920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Team-shared scan history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188720"/>
            <a:ext cx="3749039" cy="5303520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188720"/>
            <a:ext cx="3749039" cy="1051560"/>
          </a:xfrm>
          <a:prstGeom prst="rect">
            <a:avLst/>
          </a:prstGeom>
          <a:solidFill>
            <a:srgbClr val="30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234440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1020"/>
                </a:solidFill>
              </a:rPr>
              <a:t>Phase 3
Long Term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468880"/>
            <a:ext cx="274320" cy="274320"/>
          </a:xfrm>
          <a:prstGeom prst="rect">
            <a:avLst/>
          </a:prstGeom>
          <a:solidFill>
            <a:srgbClr val="30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242316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Web / cloud-based version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3703320"/>
            <a:ext cx="274320" cy="274320"/>
          </a:xfrm>
          <a:prstGeom prst="rect">
            <a:avLst/>
          </a:prstGeom>
          <a:solidFill>
            <a:srgbClr val="30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576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AI-powered fix suggestions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4937760"/>
            <a:ext cx="274320" cy="274320"/>
          </a:xfrm>
          <a:prstGeom prst="rect">
            <a:avLst/>
          </a:prstGeom>
          <a:solidFill>
            <a:srgbClr val="30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48920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Real-time scan as-you-type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A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338560" cy="3749039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33856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239512"/>
            <a:ext cx="1133856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34640" y="1783080"/>
            <a:ext cx="8869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4A9EFF"/>
                </a:solidFill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10896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8862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B8FF"/>
                </a:solidFill>
              </a:rPr>
              <a:t>waltermkingilima96@gmail.com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Bfinder  ·  Web Security Scanner  ·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